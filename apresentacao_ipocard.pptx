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6B6D4"/>
                </a:solidFill>
                <a:latin typeface="Arial"/>
              </a:defRPr>
            </a:pPr>
            <a:r>
              <a:t>IPOCARD</a:t>
            </a:r>
          </a:p>
          <a:p>
            <a:pPr algn="l">
              <a:defRPr sz="2200">
                <a:solidFill>
                  <a:srgbClr val="FFFFFF"/>
                </a:solidFill>
                <a:latin typeface="Arial"/>
              </a:defRPr>
            </a:pPr>
            <a:r>
              <a:t>Sistema Inteligente de Consumo e Pagamentos para Cantinas Escolares</a:t>
            </a:r>
          </a:p>
          <a:p>
            <a:br/>
            <a:pPr algn="l">
              <a:defRPr sz="1400">
                <a:solidFill>
                  <a:srgbClr val="94A3B8"/>
                </a:solidFill>
                <a:latin typeface="Arial"/>
              </a:defRPr>
            </a:pPr>
            <a:r>
              <a:t>Gestão de Saldos, Cartões Físicos 3D e Monitor de Auditoria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PROBLEMA &amp; OPORTUNIDADE</a:t>
            </a:r>
          </a:p>
          <a:p>
            <a:pPr>
              <a:defRPr sz="1400">
                <a:solidFill>
                  <a:srgbClr val="06B6D4"/>
                </a:solidFill>
                <a:latin typeface="Arial"/>
              </a:defRPr>
            </a:pPr>
            <a:r>
              <a:t>Os desafios da gestão financeira e consumo em escolas angolanas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Circulação de Dinheiro Físico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Gera riscos de perda, furtos e desvios de trocos para alunos em ambiente escolar.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Falta de Controle Parental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Encarregados de educação não conseguem monitorizar onde, como ou com o que os filhos gastam a mesada.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Filas de Espera e Burocracia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O processo manual de atendimento na cantina reduz o tempo de recreio dos estudantes.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Erros de Caixa e Contabilidade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Dificuldade em auditar vendas diárias, depósitos e relatórios de fluxo de caixa.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A SOLUÇÃO IPOCARD</a:t>
            </a:r>
          </a:p>
          <a:p>
            <a:pPr>
              <a:defRPr sz="1400">
                <a:solidFill>
                  <a:srgbClr val="06B6D4"/>
                </a:solidFill>
                <a:latin typeface="Arial"/>
              </a:defRPr>
            </a:pPr>
            <a:r>
              <a:t>Ecossistema integrado de pagamentos digitais e controlo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Cartão de Consumo Físico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Cartão estudantil elegante com QR Code no verso para identificação instantânea e pagamentos seguros.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Painel Secretaria (Controle Central)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Plataforma web para gestão de contas, cadastro sequencial automático e lançamentos de depósitos.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PDV Móvel da Cantina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Interface de caixa rápida com categorização de produtos e scanner digital seguro.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Área Virtual do Estudante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Permite ao aluno consultar o saldo em tempo real, ver o extrato e gerir o seu cartão.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FUNCIONALIDADES PRINCIPAIS</a:t>
            </a:r>
          </a:p>
          <a:p>
            <a:pPr>
              <a:defRPr sz="1400">
                <a:solidFill>
                  <a:srgbClr val="06B6D4"/>
                </a:solidFill>
                <a:latin typeface="Arial"/>
              </a:defRPr>
            </a:pPr>
            <a:r>
              <a:t>Automação e usabilidade pensadas para o dia a dia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Geração de Contas Sequencial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Identificadores de cartão automáticos baseados no ano letivo (Ex: IC-IPOCET-2026-001).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Validação de Comprovativos Físicos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Secretaria manipula saldo mediante comprovativo bancário físico, eliminando referências manuais.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Simulador 3D Incorporado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Ecrã simulador de telefones que permite testar transações e visualizar o cartão rodando em 3D.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Auditoria e Segunda Via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Monitor unificado de todas as transações (compras/depósitos) com impressão de recibos térmicos em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ARQUITETURA TECNOLÓGICA</a:t>
            </a:r>
          </a:p>
          <a:p>
            <a:pPr>
              <a:defRPr sz="1400">
                <a:solidFill>
                  <a:srgbClr val="06B6D4"/>
                </a:solidFill>
                <a:latin typeface="Arial"/>
              </a:defRPr>
            </a:pPr>
            <a:r>
              <a:t>Tecnologias robustas para alta performance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Back-End: Fastify &amp; Prisma ORM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Servidor de alto rendimento construído em Node.js com transações ACID robustas no banco de dados.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Base de Dados: PostgreSQL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Modelo relacional estruturado com integridade referencial completa para transações financeiras.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Front-End Web: React + Vite + Tailwind CSS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Interface administrativa extremamente rápida, fluida e com design escuro (Dark Mode) premium.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Mobile App: Expo &amp; React Native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Aplicativo móvel multiplataforma compilado nativamente para os ecrãs da cantina e dos alunos.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IMPLEMENTAÇÃO REAL &amp; FUTURO</a:t>
            </a:r>
          </a:p>
          <a:p>
            <a:pPr>
              <a:defRPr sz="1400">
                <a:solidFill>
                  <a:srgbClr val="06B6D4"/>
                </a:solidFill>
                <a:latin typeface="Arial"/>
              </a:defRPr>
            </a:pPr>
            <a:r>
              <a:t>O plano de migração para o ambiente de produção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Hospedagem em Nuvem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Migração da base de dados PostgreSQL para servidores dedicados (Supabase/AWS) e deploy do backend (Render/Railway).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Garantia de Segurança HTTPS/SSL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Certificados de segurança obrigatórios para habilitar a ativação da câmara nos telefones da cantina.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Compilação de Distribuição Móvel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Uso do EAS Build do Expo para exportar pacotes de instalação direta do app (.apk / .ipa).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Integração Financeira Real</a:t>
            </a:r>
          </a:p>
          <a:p>
            <a:pPr>
              <a:spcAft>
                <a:spcPts val="800"/>
              </a:spcAft>
              <a:defRPr sz="1400" i="1">
                <a:solidFill>
                  <a:srgbClr val="334155"/>
                </a:solidFill>
                <a:latin typeface="Arial"/>
              </a:defRPr>
            </a:pPr>
            <a:r>
              <a:t>Possibilidade de conexão com sistemas de pagamentos de Angola (como Multicaixa Express ou EMIS).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